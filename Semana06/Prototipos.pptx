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486" y="8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EC8A40-1F16-40C6-9DF4-666294433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60B4AB-AB2E-454B-B34F-8F60629D9E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C770B9-4F5A-4E2E-A21E-B43D59CF2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9DF8-B0D2-410D-BE61-5137DF0C497D}" type="datetimeFigureOut">
              <a:rPr lang="es-PE" smtClean="0"/>
              <a:t>3/10/2025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BCE809-2D91-4FEF-9BE2-67689E652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5915D8-7898-4A35-A85E-BC188AEB0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5436-F13B-417C-A354-FE5DD6E2E35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43316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DC2B6-F0AA-4A69-9209-38179EDEC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AFD74A-E74C-48E1-8621-0D1C0133D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F4F563-2DC4-42D5-8565-4B5AEE674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9DF8-B0D2-410D-BE61-5137DF0C497D}" type="datetimeFigureOut">
              <a:rPr lang="es-PE" smtClean="0"/>
              <a:t>3/10/2025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FDD678-0631-4B19-8942-157A0CC28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D7F7F8-6E54-46C4-B2C5-328EC4C83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5436-F13B-417C-A354-FE5DD6E2E35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634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B04262-7CF5-496B-909E-24539CDC3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8FBDBF-F5BD-41BB-AAD6-E5D627BFB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F3F5E0-AE11-4407-9093-107551B4D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9DF8-B0D2-410D-BE61-5137DF0C497D}" type="datetimeFigureOut">
              <a:rPr lang="es-PE" smtClean="0"/>
              <a:t>3/10/2025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894796-FD3B-447E-99D9-07D144229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BC4758-7AA9-4D3B-9E26-C279D1A6A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5436-F13B-417C-A354-FE5DD6E2E35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57081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EF3118-56E5-4AEE-8103-D68222F63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9A86F8-5886-48DF-BB91-6A03C847B4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4657FB9-64F4-4265-AC1B-50F49AA715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65C892B-EF09-49CF-BB7A-FE0A91704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9DF8-B0D2-410D-BE61-5137DF0C497D}" type="datetimeFigureOut">
              <a:rPr lang="es-PE" smtClean="0"/>
              <a:t>3/10/2025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677323-7A63-4122-AFA9-2C1294C53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6A3539-C7EB-416A-82FE-18F1C8DD0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5436-F13B-417C-A354-FE5DD6E2E35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2747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9CE521-7EA3-44A2-BD3F-8A3FE286E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30B8A4-77FC-45FF-85E2-0A36228CD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3EBDD74-ED08-42E3-BE92-EB8C864FA7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48AB652-FEFE-4725-8000-4F39A7EABA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FACE53D-2726-4C07-AB60-0FC49C2462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7AE7482-3BC9-417E-8AC6-887CF1F52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9DF8-B0D2-410D-BE61-5137DF0C497D}" type="datetimeFigureOut">
              <a:rPr lang="es-PE" smtClean="0"/>
              <a:t>3/10/2025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E1142D6-8117-4777-87DD-74DC44297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2341521-F307-41B8-9481-1C90BEEBD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5436-F13B-417C-A354-FE5DD6E2E35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69428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771085-54A2-4A83-9C03-FE2586F40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2D99CAB-D058-4DF3-A846-A79AE75B9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9DF8-B0D2-410D-BE61-5137DF0C497D}" type="datetimeFigureOut">
              <a:rPr lang="es-PE" smtClean="0"/>
              <a:t>3/10/2025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D3DA019-28BD-4B9A-88E5-CCE5187F8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67C7F4C-E648-4575-881A-219A13AAF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5436-F13B-417C-A354-FE5DD6E2E35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46749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8456BF6-93D9-44C6-9D51-CF2F65A56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9DF8-B0D2-410D-BE61-5137DF0C497D}" type="datetimeFigureOut">
              <a:rPr lang="es-PE" smtClean="0"/>
              <a:t>3/10/2025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6D9F768-A876-48BF-BE8E-172E1F707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EC31B0-6FD1-46C9-8C33-880EDB7BF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5436-F13B-417C-A354-FE5DD6E2E35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5798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D75F69-14A4-4B40-8CB5-7F9ABC307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286C8C-8B98-47D6-A92D-F91223454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E9C2CA5-9E26-47DD-A428-03657032B3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F77166F-A279-4A3B-B100-F841AA3F6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9DF8-B0D2-410D-BE61-5137DF0C497D}" type="datetimeFigureOut">
              <a:rPr lang="es-PE" smtClean="0"/>
              <a:t>3/10/2025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10DAF45-B766-4A26-9D86-54A400739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7B9E095-5FAE-49D6-95B7-1E1C2CEBB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5436-F13B-417C-A354-FE5DD6E2E35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02832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629C7E-2002-4D81-B4F2-DE0A17151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31A1908-56D2-43D7-9EC3-E77C7927F2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6C8E9FD-A013-442B-BCCB-AD1689F596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B0D010-2493-42A7-95F9-B263EB74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9DF8-B0D2-410D-BE61-5137DF0C497D}" type="datetimeFigureOut">
              <a:rPr lang="es-PE" smtClean="0"/>
              <a:t>3/10/2025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223F2A-A55F-4966-B41C-BD173E777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C4A352-721E-410A-94BA-0EF87940B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5436-F13B-417C-A354-FE5DD6E2E35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16092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515A3B-010E-40F0-95C7-40E9781A2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05E3851-F3E3-49CA-89DB-198A9DF87B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5B6384-9B9D-4A09-A634-F7F734BF9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9DF8-B0D2-410D-BE61-5137DF0C497D}" type="datetimeFigureOut">
              <a:rPr lang="es-PE" smtClean="0"/>
              <a:t>3/10/2025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92F064-DF2D-4FED-9288-1BAFE1417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AE3655-9DAA-4FE4-8BBB-CC3DF1A2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5436-F13B-417C-A354-FE5DD6E2E35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7778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96A90C2-2131-429A-8248-05128975B8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B44F883-80F4-4C02-B9AD-73AE9B20B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C62FC4-B599-47F4-87FA-9ECABD79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9DF8-B0D2-410D-BE61-5137DF0C497D}" type="datetimeFigureOut">
              <a:rPr lang="es-PE" smtClean="0"/>
              <a:t>3/10/2025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0A9576-06E8-492A-B89B-CADC54B44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DDB86B-2355-49F3-9809-EF97F507E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5436-F13B-417C-A354-FE5DD6E2E35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10184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8E7A4BB-C2E2-4D03-A718-67C56C0BC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11E54BA-037F-426A-95D5-A2394C969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0DF04C-38FA-41D6-BEAC-EB208BADC1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79DF8-B0D2-410D-BE61-5137DF0C497D}" type="datetimeFigureOut">
              <a:rPr lang="es-PE" smtClean="0"/>
              <a:t>3/10/2025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225D40-FAE6-482A-B8EB-BF97586152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C1F73C-ACD1-42C6-BB73-0FEF6A1ED5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25436-F13B-417C-A354-FE5DD6E2E35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50369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FF0040E-4244-465E-94E7-8D6B7FC7AE4D}"/>
              </a:ext>
            </a:extLst>
          </p:cNvPr>
          <p:cNvSpPr/>
          <p:nvPr/>
        </p:nvSpPr>
        <p:spPr>
          <a:xfrm>
            <a:off x="0" y="0"/>
            <a:ext cx="12192000" cy="6901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INGRESO AL SISTEMA</a:t>
            </a:r>
            <a:endParaRPr lang="es-PE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AB3938E-BF97-42E8-9BD3-90BFC96C85F6}"/>
              </a:ext>
            </a:extLst>
          </p:cNvPr>
          <p:cNvSpPr txBox="1"/>
          <p:nvPr/>
        </p:nvSpPr>
        <p:spPr>
          <a:xfrm>
            <a:off x="3960020" y="1990725"/>
            <a:ext cx="2938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Usuario</a:t>
            </a:r>
            <a:endParaRPr lang="es-PE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BDE8564-D6DD-4BE5-8B14-47B2305007B0}"/>
              </a:ext>
            </a:extLst>
          </p:cNvPr>
          <p:cNvSpPr txBox="1"/>
          <p:nvPr/>
        </p:nvSpPr>
        <p:spPr>
          <a:xfrm>
            <a:off x="7029450" y="1990725"/>
            <a:ext cx="3876675" cy="64633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31AF367-1616-4B80-8151-48696B4A3020}"/>
              </a:ext>
            </a:extLst>
          </p:cNvPr>
          <p:cNvSpPr txBox="1"/>
          <p:nvPr/>
        </p:nvSpPr>
        <p:spPr>
          <a:xfrm>
            <a:off x="3960020" y="3076575"/>
            <a:ext cx="2938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Clave</a:t>
            </a:r>
            <a:endParaRPr lang="es-PE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DEA0BE2-2E87-4043-B620-6C7004D016DB}"/>
              </a:ext>
            </a:extLst>
          </p:cNvPr>
          <p:cNvSpPr txBox="1"/>
          <p:nvPr/>
        </p:nvSpPr>
        <p:spPr>
          <a:xfrm>
            <a:off x="7029450" y="3076575"/>
            <a:ext cx="3876675" cy="64633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pic>
        <p:nvPicPr>
          <p:cNvPr id="1026" name="Picture 2" descr="Usuario (informática) - Wikipedia, la enciclopedia libre">
            <a:extLst>
              <a:ext uri="{FF2B5EF4-FFF2-40B4-BE49-F238E27FC236}">
                <a16:creationId xmlns:a16="http://schemas.microsoft.com/office/drawing/2014/main" id="{B91B2FB6-CFB0-4B14-8A86-C18C05F5DD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438274"/>
            <a:ext cx="2695575" cy="269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upo 9">
            <a:extLst>
              <a:ext uri="{FF2B5EF4-FFF2-40B4-BE49-F238E27FC236}">
                <a16:creationId xmlns:a16="http://schemas.microsoft.com/office/drawing/2014/main" id="{B0B076E1-4EE5-4740-B9F4-0630270BF7F3}"/>
              </a:ext>
            </a:extLst>
          </p:cNvPr>
          <p:cNvGrpSpPr/>
          <p:nvPr/>
        </p:nvGrpSpPr>
        <p:grpSpPr>
          <a:xfrm>
            <a:off x="2022871" y="5057775"/>
            <a:ext cx="8146258" cy="1276350"/>
            <a:chOff x="2628899" y="5048250"/>
            <a:chExt cx="8146258" cy="1276350"/>
          </a:xfrm>
        </p:grpSpPr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F0ADFD40-44B4-4A74-87A1-799FD7BA5C24}"/>
                </a:ext>
              </a:extLst>
            </p:cNvPr>
            <p:cNvSpPr/>
            <p:nvPr/>
          </p:nvSpPr>
          <p:spPr>
            <a:xfrm>
              <a:off x="2628899" y="5048250"/>
              <a:ext cx="3876675" cy="12763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4400" b="1" dirty="0"/>
                <a:t>Ingresar</a:t>
              </a:r>
              <a:endParaRPr lang="es-PE" sz="4400" b="1" dirty="0"/>
            </a:p>
          </p:txBody>
        </p:sp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231FEC77-5F70-49F0-86BC-F1C50F667B43}"/>
                </a:ext>
              </a:extLst>
            </p:cNvPr>
            <p:cNvSpPr/>
            <p:nvPr/>
          </p:nvSpPr>
          <p:spPr>
            <a:xfrm>
              <a:off x="6898482" y="5048250"/>
              <a:ext cx="3876675" cy="1276350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4400" b="1" dirty="0"/>
                <a:t>Salir</a:t>
              </a:r>
              <a:endParaRPr lang="es-PE" sz="4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74661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FF0040E-4244-465E-94E7-8D6B7FC7AE4D}"/>
              </a:ext>
            </a:extLst>
          </p:cNvPr>
          <p:cNvSpPr/>
          <p:nvPr/>
        </p:nvSpPr>
        <p:spPr>
          <a:xfrm>
            <a:off x="0" y="0"/>
            <a:ext cx="12192000" cy="6901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r>
              <a:rPr lang="es-MX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ALQUILER SIN RESERVA                                 (Usuario: pepe)</a:t>
            </a:r>
            <a:endParaRPr lang="es-PE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AB3938E-BF97-42E8-9BD3-90BFC96C85F6}"/>
              </a:ext>
            </a:extLst>
          </p:cNvPr>
          <p:cNvSpPr txBox="1"/>
          <p:nvPr/>
        </p:nvSpPr>
        <p:spPr>
          <a:xfrm>
            <a:off x="517064" y="845824"/>
            <a:ext cx="1759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Cliente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31AF367-1616-4B80-8151-48696B4A3020}"/>
              </a:ext>
            </a:extLst>
          </p:cNvPr>
          <p:cNvSpPr txBox="1"/>
          <p:nvPr/>
        </p:nvSpPr>
        <p:spPr>
          <a:xfrm>
            <a:off x="517064" y="2714066"/>
            <a:ext cx="1759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Duración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F0ADFD40-44B4-4A74-87A1-799FD7BA5C24}"/>
              </a:ext>
            </a:extLst>
          </p:cNvPr>
          <p:cNvSpPr/>
          <p:nvPr/>
        </p:nvSpPr>
        <p:spPr>
          <a:xfrm>
            <a:off x="517063" y="5023570"/>
            <a:ext cx="3060000" cy="12763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400" b="1" dirty="0" smtClean="0"/>
              <a:t>Validar</a:t>
            </a:r>
            <a:endParaRPr lang="es-PE" sz="4400" b="1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231FEC77-5F70-49F0-86BC-F1C50F667B43}"/>
              </a:ext>
            </a:extLst>
          </p:cNvPr>
          <p:cNvSpPr/>
          <p:nvPr/>
        </p:nvSpPr>
        <p:spPr>
          <a:xfrm>
            <a:off x="8406783" y="5023570"/>
            <a:ext cx="3060000" cy="12763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400" b="1" dirty="0"/>
              <a:t>Salir</a:t>
            </a:r>
            <a:endParaRPr lang="es-PE" sz="4400" b="1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085BD87-2F55-BA8E-497E-313B35999274}"/>
              </a:ext>
            </a:extLst>
          </p:cNvPr>
          <p:cNvSpPr txBox="1"/>
          <p:nvPr/>
        </p:nvSpPr>
        <p:spPr>
          <a:xfrm>
            <a:off x="517063" y="1470575"/>
            <a:ext cx="2268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Computadora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BDE8564-D6DD-4BE5-8B14-47B2305007B0}"/>
              </a:ext>
            </a:extLst>
          </p:cNvPr>
          <p:cNvSpPr txBox="1"/>
          <p:nvPr/>
        </p:nvSpPr>
        <p:spPr>
          <a:xfrm>
            <a:off x="3016468" y="1476530"/>
            <a:ext cx="8450317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2800" dirty="0"/>
          </a:p>
        </p:txBody>
      </p:sp>
      <p:sp>
        <p:nvSpPr>
          <p:cNvPr id="3" name="Flecha: hacia abajo 2">
            <a:extLst>
              <a:ext uri="{FF2B5EF4-FFF2-40B4-BE49-F238E27FC236}">
                <a16:creationId xmlns:a16="http://schemas.microsoft.com/office/drawing/2014/main" id="{355D83BB-0BFC-AB4A-15E7-DCDA92177772}"/>
              </a:ext>
            </a:extLst>
          </p:cNvPr>
          <p:cNvSpPr/>
          <p:nvPr/>
        </p:nvSpPr>
        <p:spPr>
          <a:xfrm>
            <a:off x="10807337" y="1540183"/>
            <a:ext cx="484632" cy="29188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3016468" y="844137"/>
            <a:ext cx="8450318" cy="52490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17" name="Flecha: hacia abajo 16">
            <a:extLst>
              <a:ext uri="{FF2B5EF4-FFF2-40B4-BE49-F238E27FC236}">
                <a16:creationId xmlns:a16="http://schemas.microsoft.com/office/drawing/2014/main" id="{F2A1D8DF-7E15-DB50-C1B4-4AF533C402E6}"/>
              </a:ext>
            </a:extLst>
          </p:cNvPr>
          <p:cNvSpPr/>
          <p:nvPr/>
        </p:nvSpPr>
        <p:spPr>
          <a:xfrm>
            <a:off x="10807337" y="975414"/>
            <a:ext cx="484632" cy="23704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EE70A10-E8DB-367C-6159-53F1EFD09A47}"/>
              </a:ext>
            </a:extLst>
          </p:cNvPr>
          <p:cNvSpPr txBox="1"/>
          <p:nvPr/>
        </p:nvSpPr>
        <p:spPr>
          <a:xfrm>
            <a:off x="3016467" y="2694449"/>
            <a:ext cx="8450317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28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9CEDF8E-248F-E8F1-32D5-8FF2C2A209EC}"/>
              </a:ext>
            </a:extLst>
          </p:cNvPr>
          <p:cNvSpPr txBox="1"/>
          <p:nvPr/>
        </p:nvSpPr>
        <p:spPr>
          <a:xfrm>
            <a:off x="517064" y="3888225"/>
            <a:ext cx="2268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Fin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D4E9A6E-9333-19CA-2BF0-B5D8CECB8F99}"/>
              </a:ext>
            </a:extLst>
          </p:cNvPr>
          <p:cNvSpPr txBox="1"/>
          <p:nvPr/>
        </p:nvSpPr>
        <p:spPr>
          <a:xfrm>
            <a:off x="517064" y="3270368"/>
            <a:ext cx="2268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Inicio</a:t>
            </a:r>
            <a:endParaRPr lang="es-PE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7E1AF49-7DF9-D52F-7853-E470C336B3E7}"/>
              </a:ext>
            </a:extLst>
          </p:cNvPr>
          <p:cNvSpPr txBox="1"/>
          <p:nvPr/>
        </p:nvSpPr>
        <p:spPr>
          <a:xfrm>
            <a:off x="517064" y="2095326"/>
            <a:ext cx="2268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Fecha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74382D1B-1169-22D3-7FAF-D4B0CC07E00D}"/>
              </a:ext>
            </a:extLst>
          </p:cNvPr>
          <p:cNvSpPr txBox="1"/>
          <p:nvPr/>
        </p:nvSpPr>
        <p:spPr>
          <a:xfrm>
            <a:off x="3016468" y="2095326"/>
            <a:ext cx="8450317" cy="5232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PE" sz="2800" smtClean="0">
                <a:solidFill>
                  <a:schemeClr val="bg1"/>
                </a:solidFill>
              </a:rPr>
              <a:t>03.OCT.2025</a:t>
            </a:r>
            <a:endParaRPr lang="es-PE" sz="2800" dirty="0">
              <a:solidFill>
                <a:schemeClr val="bg1"/>
              </a:solidFill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D7A942E-02CC-DFD8-8BF6-CC7838EC0486}"/>
              </a:ext>
            </a:extLst>
          </p:cNvPr>
          <p:cNvSpPr txBox="1"/>
          <p:nvPr/>
        </p:nvSpPr>
        <p:spPr>
          <a:xfrm>
            <a:off x="3016466" y="3888225"/>
            <a:ext cx="8450317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2800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5BAE537-061A-F622-CBB4-17928CA302A9}"/>
              </a:ext>
            </a:extLst>
          </p:cNvPr>
          <p:cNvSpPr txBox="1"/>
          <p:nvPr/>
        </p:nvSpPr>
        <p:spPr>
          <a:xfrm>
            <a:off x="3016467" y="3297958"/>
            <a:ext cx="8450317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2800" dirty="0"/>
          </a:p>
        </p:txBody>
      </p:sp>
      <p:sp>
        <p:nvSpPr>
          <p:cNvPr id="24" name="Rectángulo: esquinas redondeadas 8">
            <a:extLst>
              <a:ext uri="{FF2B5EF4-FFF2-40B4-BE49-F238E27FC236}">
                <a16:creationId xmlns:a16="http://schemas.microsoft.com/office/drawing/2014/main" id="{F0ADFD40-44B4-4A74-87A1-799FD7BA5C24}"/>
              </a:ext>
            </a:extLst>
          </p:cNvPr>
          <p:cNvSpPr/>
          <p:nvPr/>
        </p:nvSpPr>
        <p:spPr>
          <a:xfrm>
            <a:off x="4552007" y="5023570"/>
            <a:ext cx="3060000" cy="12763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400" b="1" dirty="0" smtClean="0"/>
              <a:t>Procesar</a:t>
            </a:r>
            <a:endParaRPr lang="es-PE" sz="4400" b="1" dirty="0"/>
          </a:p>
        </p:txBody>
      </p:sp>
    </p:spTree>
    <p:extLst>
      <p:ext uri="{BB962C8B-B14F-4D97-AF65-F5344CB8AC3E}">
        <p14:creationId xmlns:p14="http://schemas.microsoft.com/office/powerpoint/2010/main" val="2876490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FF0040E-4244-465E-94E7-8D6B7FC7AE4D}"/>
              </a:ext>
            </a:extLst>
          </p:cNvPr>
          <p:cNvSpPr/>
          <p:nvPr/>
        </p:nvSpPr>
        <p:spPr>
          <a:xfrm>
            <a:off x="0" y="0"/>
            <a:ext cx="12192000" cy="6901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r>
              <a:rPr lang="es-MX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PROGRAMAR </a:t>
            </a:r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RUTA</a:t>
            </a:r>
            <a:endParaRPr lang="es-PE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AB3938E-BF97-42E8-9BD3-90BFC96C85F6}"/>
              </a:ext>
            </a:extLst>
          </p:cNvPr>
          <p:cNvSpPr txBox="1"/>
          <p:nvPr/>
        </p:nvSpPr>
        <p:spPr>
          <a:xfrm>
            <a:off x="419093" y="1176314"/>
            <a:ext cx="2699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Ciudad origen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31AF367-1616-4B80-8151-48696B4A3020}"/>
              </a:ext>
            </a:extLst>
          </p:cNvPr>
          <p:cNvSpPr txBox="1"/>
          <p:nvPr/>
        </p:nvSpPr>
        <p:spPr>
          <a:xfrm>
            <a:off x="419092" y="2451435"/>
            <a:ext cx="2699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Fecha salida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B0B076E1-4EE5-4740-B9F4-0630270BF7F3}"/>
              </a:ext>
            </a:extLst>
          </p:cNvPr>
          <p:cNvGrpSpPr/>
          <p:nvPr/>
        </p:nvGrpSpPr>
        <p:grpSpPr>
          <a:xfrm>
            <a:off x="2022871" y="5057775"/>
            <a:ext cx="8146258" cy="1276350"/>
            <a:chOff x="2628899" y="5048250"/>
            <a:chExt cx="8146258" cy="1276350"/>
          </a:xfrm>
        </p:grpSpPr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F0ADFD40-44B4-4A74-87A1-799FD7BA5C24}"/>
                </a:ext>
              </a:extLst>
            </p:cNvPr>
            <p:cNvSpPr/>
            <p:nvPr/>
          </p:nvSpPr>
          <p:spPr>
            <a:xfrm>
              <a:off x="2628899" y="5048250"/>
              <a:ext cx="3876675" cy="12763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4400" b="1" dirty="0"/>
                <a:t>Grabar</a:t>
              </a:r>
              <a:endParaRPr lang="es-PE" sz="4400" b="1" dirty="0"/>
            </a:p>
          </p:txBody>
        </p:sp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231FEC77-5F70-49F0-86BC-F1C50F667B43}"/>
                </a:ext>
              </a:extLst>
            </p:cNvPr>
            <p:cNvSpPr/>
            <p:nvPr/>
          </p:nvSpPr>
          <p:spPr>
            <a:xfrm>
              <a:off x="6898482" y="5048250"/>
              <a:ext cx="3876675" cy="1276350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4400" b="1" dirty="0"/>
                <a:t>Salir</a:t>
              </a:r>
              <a:endParaRPr lang="es-PE" sz="4400" b="1" dirty="0"/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F085BD87-2F55-BA8E-497E-313B35999274}"/>
              </a:ext>
            </a:extLst>
          </p:cNvPr>
          <p:cNvSpPr txBox="1"/>
          <p:nvPr/>
        </p:nvSpPr>
        <p:spPr>
          <a:xfrm>
            <a:off x="419091" y="1795905"/>
            <a:ext cx="2699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Ruta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8" name="7 Grupo"/>
          <p:cNvGrpSpPr/>
          <p:nvPr/>
        </p:nvGrpSpPr>
        <p:grpSpPr>
          <a:xfrm>
            <a:off x="3200400" y="1176315"/>
            <a:ext cx="8472613" cy="523220"/>
            <a:chOff x="3216728" y="915067"/>
            <a:chExt cx="8472613" cy="523220"/>
          </a:xfrm>
        </p:grpSpPr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DC3DE8DA-18E9-5BAA-561F-80989FD10132}"/>
                </a:ext>
              </a:extLst>
            </p:cNvPr>
            <p:cNvSpPr txBox="1"/>
            <p:nvPr/>
          </p:nvSpPr>
          <p:spPr>
            <a:xfrm>
              <a:off x="3216728" y="915067"/>
              <a:ext cx="8472613" cy="52322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spAutoFit/>
            </a:bodyPr>
            <a:lstStyle/>
            <a:p>
              <a:endParaRPr lang="es-PE" sz="3600" dirty="0"/>
            </a:p>
          </p:txBody>
        </p:sp>
        <p:sp>
          <p:nvSpPr>
            <p:cNvPr id="17" name="Flecha: hacia abajo 16">
              <a:extLst>
                <a:ext uri="{FF2B5EF4-FFF2-40B4-BE49-F238E27FC236}">
                  <a16:creationId xmlns:a16="http://schemas.microsoft.com/office/drawing/2014/main" id="{F2A1D8DF-7E15-DB50-C1B4-4AF533C402E6}"/>
                </a:ext>
              </a:extLst>
            </p:cNvPr>
            <p:cNvSpPr/>
            <p:nvPr/>
          </p:nvSpPr>
          <p:spPr>
            <a:xfrm>
              <a:off x="11072968" y="1058534"/>
              <a:ext cx="484632" cy="23628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9CEDF8E-248F-E8F1-32D5-8FF2C2A209EC}"/>
              </a:ext>
            </a:extLst>
          </p:cNvPr>
          <p:cNvSpPr txBox="1"/>
          <p:nvPr/>
        </p:nvSpPr>
        <p:spPr>
          <a:xfrm>
            <a:off x="7066628" y="2440128"/>
            <a:ext cx="1759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Precio 1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D4E9A6E-9333-19CA-2BF0-B5D8CECB8F99}"/>
              </a:ext>
            </a:extLst>
          </p:cNvPr>
          <p:cNvSpPr txBox="1"/>
          <p:nvPr/>
        </p:nvSpPr>
        <p:spPr>
          <a:xfrm>
            <a:off x="7066629" y="3811926"/>
            <a:ext cx="1874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Precio 3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7E1AF49-7DF9-D52F-7853-E470C336B3E7}"/>
              </a:ext>
            </a:extLst>
          </p:cNvPr>
          <p:cNvSpPr txBox="1"/>
          <p:nvPr/>
        </p:nvSpPr>
        <p:spPr>
          <a:xfrm>
            <a:off x="7066628" y="3128162"/>
            <a:ext cx="1874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Precio 2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4" name="23 Grupo"/>
          <p:cNvGrpSpPr/>
          <p:nvPr/>
        </p:nvGrpSpPr>
        <p:grpSpPr>
          <a:xfrm>
            <a:off x="3200399" y="1795906"/>
            <a:ext cx="8472613" cy="523220"/>
            <a:chOff x="3216728" y="915067"/>
            <a:chExt cx="8472613" cy="523220"/>
          </a:xfrm>
        </p:grpSpPr>
        <p:sp>
          <p:nvSpPr>
            <p:cNvPr id="26" name="CuadroTexto 15">
              <a:extLst>
                <a:ext uri="{FF2B5EF4-FFF2-40B4-BE49-F238E27FC236}">
                  <a16:creationId xmlns:a16="http://schemas.microsoft.com/office/drawing/2014/main" id="{DC3DE8DA-18E9-5BAA-561F-80989FD10132}"/>
                </a:ext>
              </a:extLst>
            </p:cNvPr>
            <p:cNvSpPr txBox="1"/>
            <p:nvPr/>
          </p:nvSpPr>
          <p:spPr>
            <a:xfrm>
              <a:off x="3216728" y="915067"/>
              <a:ext cx="8472613" cy="52322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spAutoFit/>
            </a:bodyPr>
            <a:lstStyle/>
            <a:p>
              <a:endParaRPr lang="es-PE" sz="3600" dirty="0"/>
            </a:p>
          </p:txBody>
        </p:sp>
        <p:sp>
          <p:nvSpPr>
            <p:cNvPr id="27" name="Flecha: hacia abajo 16">
              <a:extLst>
                <a:ext uri="{FF2B5EF4-FFF2-40B4-BE49-F238E27FC236}">
                  <a16:creationId xmlns:a16="http://schemas.microsoft.com/office/drawing/2014/main" id="{F2A1D8DF-7E15-DB50-C1B4-4AF533C402E6}"/>
                </a:ext>
              </a:extLst>
            </p:cNvPr>
            <p:cNvSpPr/>
            <p:nvPr/>
          </p:nvSpPr>
          <p:spPr>
            <a:xfrm>
              <a:off x="11072968" y="1058534"/>
              <a:ext cx="484632" cy="23628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31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3200401" y="2445781"/>
            <a:ext cx="2987619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32" name="Flecha: hacia abajo 16">
            <a:extLst>
              <a:ext uri="{FF2B5EF4-FFF2-40B4-BE49-F238E27FC236}">
                <a16:creationId xmlns:a16="http://schemas.microsoft.com/office/drawing/2014/main" id="{F2A1D8DF-7E15-DB50-C1B4-4AF533C402E6}"/>
              </a:ext>
            </a:extLst>
          </p:cNvPr>
          <p:cNvSpPr/>
          <p:nvPr/>
        </p:nvSpPr>
        <p:spPr>
          <a:xfrm>
            <a:off x="5640902" y="2594903"/>
            <a:ext cx="484632" cy="2362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6" name="CuadroTexto 6">
            <a:extLst>
              <a:ext uri="{FF2B5EF4-FFF2-40B4-BE49-F238E27FC236}">
                <a16:creationId xmlns:a16="http://schemas.microsoft.com/office/drawing/2014/main" id="{231AF367-1616-4B80-8151-48696B4A3020}"/>
              </a:ext>
            </a:extLst>
          </p:cNvPr>
          <p:cNvSpPr txBox="1"/>
          <p:nvPr/>
        </p:nvSpPr>
        <p:spPr>
          <a:xfrm>
            <a:off x="419093" y="3128162"/>
            <a:ext cx="2699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Hora salida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7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3200402" y="3122508"/>
            <a:ext cx="2987619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38" name="Flecha: hacia abajo 16">
            <a:extLst>
              <a:ext uri="{FF2B5EF4-FFF2-40B4-BE49-F238E27FC236}">
                <a16:creationId xmlns:a16="http://schemas.microsoft.com/office/drawing/2014/main" id="{F2A1D8DF-7E15-DB50-C1B4-4AF533C402E6}"/>
              </a:ext>
            </a:extLst>
          </p:cNvPr>
          <p:cNvSpPr/>
          <p:nvPr/>
        </p:nvSpPr>
        <p:spPr>
          <a:xfrm>
            <a:off x="5626787" y="3271630"/>
            <a:ext cx="484632" cy="2362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9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8940720" y="2440128"/>
            <a:ext cx="2732293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40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8940720" y="3128162"/>
            <a:ext cx="2732293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41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8940720" y="3811926"/>
            <a:ext cx="2732293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42" name="CuadroTexto 6">
            <a:extLst>
              <a:ext uri="{FF2B5EF4-FFF2-40B4-BE49-F238E27FC236}">
                <a16:creationId xmlns:a16="http://schemas.microsoft.com/office/drawing/2014/main" id="{231AF367-1616-4B80-8151-48696B4A3020}"/>
              </a:ext>
            </a:extLst>
          </p:cNvPr>
          <p:cNvSpPr txBox="1"/>
          <p:nvPr/>
        </p:nvSpPr>
        <p:spPr>
          <a:xfrm>
            <a:off x="419096" y="3811926"/>
            <a:ext cx="2699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Bus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3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3200405" y="3806272"/>
            <a:ext cx="2987619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44" name="Flecha: hacia abajo 16">
            <a:extLst>
              <a:ext uri="{FF2B5EF4-FFF2-40B4-BE49-F238E27FC236}">
                <a16:creationId xmlns:a16="http://schemas.microsoft.com/office/drawing/2014/main" id="{F2A1D8DF-7E15-DB50-C1B4-4AF533C402E6}"/>
              </a:ext>
            </a:extLst>
          </p:cNvPr>
          <p:cNvSpPr/>
          <p:nvPr/>
        </p:nvSpPr>
        <p:spPr>
          <a:xfrm>
            <a:off x="5595043" y="3955394"/>
            <a:ext cx="484632" cy="2362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8733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FF0040E-4244-465E-94E7-8D6B7FC7AE4D}"/>
              </a:ext>
            </a:extLst>
          </p:cNvPr>
          <p:cNvSpPr/>
          <p:nvPr/>
        </p:nvSpPr>
        <p:spPr>
          <a:xfrm>
            <a:off x="0" y="0"/>
            <a:ext cx="12192000" cy="6901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r>
              <a:rPr lang="es-MX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REGISTRAR PACIENTE</a:t>
            </a:r>
            <a:endParaRPr lang="es-PE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AB3938E-BF97-42E8-9BD3-90BFC96C85F6}"/>
              </a:ext>
            </a:extLst>
          </p:cNvPr>
          <p:cNvSpPr txBox="1"/>
          <p:nvPr/>
        </p:nvSpPr>
        <p:spPr>
          <a:xfrm>
            <a:off x="419093" y="1176314"/>
            <a:ext cx="2699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Apellidos: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31AF367-1616-4B80-8151-48696B4A3020}"/>
              </a:ext>
            </a:extLst>
          </p:cNvPr>
          <p:cNvSpPr txBox="1"/>
          <p:nvPr/>
        </p:nvSpPr>
        <p:spPr>
          <a:xfrm>
            <a:off x="419092" y="2451435"/>
            <a:ext cx="2699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Fecha salida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B0B076E1-4EE5-4740-B9F4-0630270BF7F3}"/>
              </a:ext>
            </a:extLst>
          </p:cNvPr>
          <p:cNvGrpSpPr/>
          <p:nvPr/>
        </p:nvGrpSpPr>
        <p:grpSpPr>
          <a:xfrm>
            <a:off x="2022871" y="5057775"/>
            <a:ext cx="8146258" cy="1276350"/>
            <a:chOff x="2628899" y="5048250"/>
            <a:chExt cx="8146258" cy="1276350"/>
          </a:xfrm>
        </p:grpSpPr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F0ADFD40-44B4-4A74-87A1-799FD7BA5C24}"/>
                </a:ext>
              </a:extLst>
            </p:cNvPr>
            <p:cNvSpPr/>
            <p:nvPr/>
          </p:nvSpPr>
          <p:spPr>
            <a:xfrm>
              <a:off x="2628899" y="5048250"/>
              <a:ext cx="3876675" cy="12763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4400" b="1" dirty="0"/>
                <a:t>Grabar</a:t>
              </a:r>
              <a:endParaRPr lang="es-PE" sz="4400" b="1" dirty="0"/>
            </a:p>
          </p:txBody>
        </p:sp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231FEC77-5F70-49F0-86BC-F1C50F667B43}"/>
                </a:ext>
              </a:extLst>
            </p:cNvPr>
            <p:cNvSpPr/>
            <p:nvPr/>
          </p:nvSpPr>
          <p:spPr>
            <a:xfrm>
              <a:off x="6898482" y="5048250"/>
              <a:ext cx="3876675" cy="1276350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4400" b="1" dirty="0"/>
                <a:t>Salir</a:t>
              </a:r>
              <a:endParaRPr lang="es-PE" sz="4400" b="1" dirty="0"/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F085BD87-2F55-BA8E-497E-313B35999274}"/>
              </a:ext>
            </a:extLst>
          </p:cNvPr>
          <p:cNvSpPr txBox="1"/>
          <p:nvPr/>
        </p:nvSpPr>
        <p:spPr>
          <a:xfrm>
            <a:off x="419091" y="1795905"/>
            <a:ext cx="2699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Nombres: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8" name="7 Grupo"/>
          <p:cNvGrpSpPr/>
          <p:nvPr/>
        </p:nvGrpSpPr>
        <p:grpSpPr>
          <a:xfrm>
            <a:off x="3200400" y="1176315"/>
            <a:ext cx="8472613" cy="523220"/>
            <a:chOff x="3216728" y="915067"/>
            <a:chExt cx="8472613" cy="523220"/>
          </a:xfrm>
        </p:grpSpPr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DC3DE8DA-18E9-5BAA-561F-80989FD10132}"/>
                </a:ext>
              </a:extLst>
            </p:cNvPr>
            <p:cNvSpPr txBox="1"/>
            <p:nvPr/>
          </p:nvSpPr>
          <p:spPr>
            <a:xfrm>
              <a:off x="3216728" y="915067"/>
              <a:ext cx="8472613" cy="52322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spAutoFit/>
            </a:bodyPr>
            <a:lstStyle/>
            <a:p>
              <a:endParaRPr lang="es-PE" sz="3600" dirty="0"/>
            </a:p>
          </p:txBody>
        </p:sp>
        <p:sp>
          <p:nvSpPr>
            <p:cNvPr id="17" name="Flecha: hacia abajo 16">
              <a:extLst>
                <a:ext uri="{FF2B5EF4-FFF2-40B4-BE49-F238E27FC236}">
                  <a16:creationId xmlns:a16="http://schemas.microsoft.com/office/drawing/2014/main" id="{F2A1D8DF-7E15-DB50-C1B4-4AF533C402E6}"/>
                </a:ext>
              </a:extLst>
            </p:cNvPr>
            <p:cNvSpPr/>
            <p:nvPr/>
          </p:nvSpPr>
          <p:spPr>
            <a:xfrm>
              <a:off x="11072968" y="1058534"/>
              <a:ext cx="484632" cy="23628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9CEDF8E-248F-E8F1-32D5-8FF2C2A209EC}"/>
              </a:ext>
            </a:extLst>
          </p:cNvPr>
          <p:cNvSpPr txBox="1"/>
          <p:nvPr/>
        </p:nvSpPr>
        <p:spPr>
          <a:xfrm>
            <a:off x="7066628" y="2440128"/>
            <a:ext cx="1759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Precio 1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D4E9A6E-9333-19CA-2BF0-B5D8CECB8F99}"/>
              </a:ext>
            </a:extLst>
          </p:cNvPr>
          <p:cNvSpPr txBox="1"/>
          <p:nvPr/>
        </p:nvSpPr>
        <p:spPr>
          <a:xfrm>
            <a:off x="7066629" y="3811926"/>
            <a:ext cx="1874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Precio 3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7E1AF49-7DF9-D52F-7853-E470C336B3E7}"/>
              </a:ext>
            </a:extLst>
          </p:cNvPr>
          <p:cNvSpPr txBox="1"/>
          <p:nvPr/>
        </p:nvSpPr>
        <p:spPr>
          <a:xfrm>
            <a:off x="7066628" y="3128162"/>
            <a:ext cx="1874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Precio 2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4" name="23 Grupo"/>
          <p:cNvGrpSpPr/>
          <p:nvPr/>
        </p:nvGrpSpPr>
        <p:grpSpPr>
          <a:xfrm>
            <a:off x="3200399" y="1795906"/>
            <a:ext cx="8472613" cy="523220"/>
            <a:chOff x="3216728" y="915067"/>
            <a:chExt cx="8472613" cy="523220"/>
          </a:xfrm>
        </p:grpSpPr>
        <p:sp>
          <p:nvSpPr>
            <p:cNvPr id="26" name="CuadroTexto 15">
              <a:extLst>
                <a:ext uri="{FF2B5EF4-FFF2-40B4-BE49-F238E27FC236}">
                  <a16:creationId xmlns:a16="http://schemas.microsoft.com/office/drawing/2014/main" id="{DC3DE8DA-18E9-5BAA-561F-80989FD10132}"/>
                </a:ext>
              </a:extLst>
            </p:cNvPr>
            <p:cNvSpPr txBox="1"/>
            <p:nvPr/>
          </p:nvSpPr>
          <p:spPr>
            <a:xfrm>
              <a:off x="3216728" y="915067"/>
              <a:ext cx="8472613" cy="52322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spAutoFit/>
            </a:bodyPr>
            <a:lstStyle/>
            <a:p>
              <a:endParaRPr lang="es-PE" sz="3600" dirty="0"/>
            </a:p>
          </p:txBody>
        </p:sp>
        <p:sp>
          <p:nvSpPr>
            <p:cNvPr id="27" name="Flecha: hacia abajo 16">
              <a:extLst>
                <a:ext uri="{FF2B5EF4-FFF2-40B4-BE49-F238E27FC236}">
                  <a16:creationId xmlns:a16="http://schemas.microsoft.com/office/drawing/2014/main" id="{F2A1D8DF-7E15-DB50-C1B4-4AF533C402E6}"/>
                </a:ext>
              </a:extLst>
            </p:cNvPr>
            <p:cNvSpPr/>
            <p:nvPr/>
          </p:nvSpPr>
          <p:spPr>
            <a:xfrm>
              <a:off x="11072968" y="1058534"/>
              <a:ext cx="484632" cy="23628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31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3200401" y="2445781"/>
            <a:ext cx="2987619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32" name="Flecha: hacia abajo 16">
            <a:extLst>
              <a:ext uri="{FF2B5EF4-FFF2-40B4-BE49-F238E27FC236}">
                <a16:creationId xmlns:a16="http://schemas.microsoft.com/office/drawing/2014/main" id="{F2A1D8DF-7E15-DB50-C1B4-4AF533C402E6}"/>
              </a:ext>
            </a:extLst>
          </p:cNvPr>
          <p:cNvSpPr/>
          <p:nvPr/>
        </p:nvSpPr>
        <p:spPr>
          <a:xfrm>
            <a:off x="5640902" y="2594903"/>
            <a:ext cx="484632" cy="2362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6" name="CuadroTexto 6">
            <a:extLst>
              <a:ext uri="{FF2B5EF4-FFF2-40B4-BE49-F238E27FC236}">
                <a16:creationId xmlns:a16="http://schemas.microsoft.com/office/drawing/2014/main" id="{231AF367-1616-4B80-8151-48696B4A3020}"/>
              </a:ext>
            </a:extLst>
          </p:cNvPr>
          <p:cNvSpPr txBox="1"/>
          <p:nvPr/>
        </p:nvSpPr>
        <p:spPr>
          <a:xfrm>
            <a:off x="419093" y="3128162"/>
            <a:ext cx="2699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Hora salida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7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3200402" y="3122508"/>
            <a:ext cx="2987619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38" name="Flecha: hacia abajo 16">
            <a:extLst>
              <a:ext uri="{FF2B5EF4-FFF2-40B4-BE49-F238E27FC236}">
                <a16:creationId xmlns:a16="http://schemas.microsoft.com/office/drawing/2014/main" id="{F2A1D8DF-7E15-DB50-C1B4-4AF533C402E6}"/>
              </a:ext>
            </a:extLst>
          </p:cNvPr>
          <p:cNvSpPr/>
          <p:nvPr/>
        </p:nvSpPr>
        <p:spPr>
          <a:xfrm>
            <a:off x="5626787" y="3271630"/>
            <a:ext cx="484632" cy="2362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9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8940720" y="2440128"/>
            <a:ext cx="2732293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40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8940720" y="3128162"/>
            <a:ext cx="2732293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41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8940720" y="3811926"/>
            <a:ext cx="2732293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42" name="CuadroTexto 6">
            <a:extLst>
              <a:ext uri="{FF2B5EF4-FFF2-40B4-BE49-F238E27FC236}">
                <a16:creationId xmlns:a16="http://schemas.microsoft.com/office/drawing/2014/main" id="{231AF367-1616-4B80-8151-48696B4A3020}"/>
              </a:ext>
            </a:extLst>
          </p:cNvPr>
          <p:cNvSpPr txBox="1"/>
          <p:nvPr/>
        </p:nvSpPr>
        <p:spPr>
          <a:xfrm>
            <a:off x="419096" y="3811926"/>
            <a:ext cx="2699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Bus</a:t>
            </a:r>
            <a:endParaRPr lang="es-PE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3" name="CuadroTexto 15">
            <a:extLst>
              <a:ext uri="{FF2B5EF4-FFF2-40B4-BE49-F238E27FC236}">
                <a16:creationId xmlns:a16="http://schemas.microsoft.com/office/drawing/2014/main" id="{DC3DE8DA-18E9-5BAA-561F-80989FD10132}"/>
              </a:ext>
            </a:extLst>
          </p:cNvPr>
          <p:cNvSpPr txBox="1"/>
          <p:nvPr/>
        </p:nvSpPr>
        <p:spPr>
          <a:xfrm>
            <a:off x="3200405" y="3806272"/>
            <a:ext cx="2987619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s-PE" sz="3600" dirty="0"/>
          </a:p>
        </p:txBody>
      </p:sp>
      <p:sp>
        <p:nvSpPr>
          <p:cNvPr id="44" name="Flecha: hacia abajo 16">
            <a:extLst>
              <a:ext uri="{FF2B5EF4-FFF2-40B4-BE49-F238E27FC236}">
                <a16:creationId xmlns:a16="http://schemas.microsoft.com/office/drawing/2014/main" id="{F2A1D8DF-7E15-DB50-C1B4-4AF533C402E6}"/>
              </a:ext>
            </a:extLst>
          </p:cNvPr>
          <p:cNvSpPr/>
          <p:nvPr/>
        </p:nvSpPr>
        <p:spPr>
          <a:xfrm>
            <a:off x="5595043" y="3955394"/>
            <a:ext cx="484632" cy="2362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4762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3947310" y="606581"/>
            <a:ext cx="3775295" cy="35489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400" dirty="0" smtClean="0"/>
              <a:t>REGISTRAR</a:t>
            </a:r>
          </a:p>
          <a:p>
            <a:pPr algn="ctr"/>
            <a:r>
              <a:rPr lang="es-ES" sz="4400" dirty="0" smtClean="0"/>
              <a:t>PACIENTE</a:t>
            </a:r>
            <a:endParaRPr lang="en-US" sz="4400" dirty="0"/>
          </a:p>
        </p:txBody>
      </p:sp>
      <p:sp>
        <p:nvSpPr>
          <p:cNvPr id="3" name="Flecha derecha 2"/>
          <p:cNvSpPr/>
          <p:nvPr/>
        </p:nvSpPr>
        <p:spPr>
          <a:xfrm>
            <a:off x="3440317" y="688063"/>
            <a:ext cx="506993" cy="425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echa derecha 3"/>
          <p:cNvSpPr/>
          <p:nvPr/>
        </p:nvSpPr>
        <p:spPr>
          <a:xfrm>
            <a:off x="3440316" y="1190531"/>
            <a:ext cx="506993" cy="425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echa derecha 4"/>
          <p:cNvSpPr/>
          <p:nvPr/>
        </p:nvSpPr>
        <p:spPr>
          <a:xfrm>
            <a:off x="3440314" y="1692999"/>
            <a:ext cx="506993" cy="425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echa derecha 5"/>
          <p:cNvSpPr/>
          <p:nvPr/>
        </p:nvSpPr>
        <p:spPr>
          <a:xfrm>
            <a:off x="3440313" y="2195467"/>
            <a:ext cx="506993" cy="425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echa derecha 6"/>
          <p:cNvSpPr/>
          <p:nvPr/>
        </p:nvSpPr>
        <p:spPr>
          <a:xfrm>
            <a:off x="3440313" y="2697935"/>
            <a:ext cx="506993" cy="425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echa derecha 7"/>
          <p:cNvSpPr/>
          <p:nvPr/>
        </p:nvSpPr>
        <p:spPr>
          <a:xfrm>
            <a:off x="3440312" y="3200403"/>
            <a:ext cx="506993" cy="425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/>
          <p:cNvSpPr txBox="1"/>
          <p:nvPr/>
        </p:nvSpPr>
        <p:spPr>
          <a:xfrm>
            <a:off x="2402375" y="746113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DNI</a:t>
            </a:r>
            <a:endParaRPr lang="en-US" dirty="0"/>
          </a:p>
        </p:txBody>
      </p:sp>
      <p:sp>
        <p:nvSpPr>
          <p:cNvPr id="10" name="CuadroTexto 9"/>
          <p:cNvSpPr txBox="1"/>
          <p:nvPr/>
        </p:nvSpPr>
        <p:spPr>
          <a:xfrm>
            <a:off x="2402375" y="1237663"/>
            <a:ext cx="1044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Nombres</a:t>
            </a:r>
            <a:endParaRPr lang="en-US" dirty="0"/>
          </a:p>
        </p:txBody>
      </p:sp>
      <p:sp>
        <p:nvSpPr>
          <p:cNvPr id="11" name="CuadroTexto 10"/>
          <p:cNvSpPr txBox="1"/>
          <p:nvPr/>
        </p:nvSpPr>
        <p:spPr>
          <a:xfrm>
            <a:off x="2396243" y="1707101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Apellidos</a:t>
            </a:r>
            <a:endParaRPr lang="en-US" dirty="0"/>
          </a:p>
        </p:txBody>
      </p:sp>
      <p:sp>
        <p:nvSpPr>
          <p:cNvPr id="12" name="CuadroTexto 11"/>
          <p:cNvSpPr txBox="1"/>
          <p:nvPr/>
        </p:nvSpPr>
        <p:spPr>
          <a:xfrm>
            <a:off x="2376685" y="2195467"/>
            <a:ext cx="794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F. </a:t>
            </a:r>
            <a:r>
              <a:rPr lang="es-ES" dirty="0" err="1" smtClean="0"/>
              <a:t>Nac</a:t>
            </a:r>
            <a:r>
              <a:rPr lang="es-ES" dirty="0" smtClean="0"/>
              <a:t>.</a:t>
            </a:r>
            <a:endParaRPr lang="en-US" dirty="0"/>
          </a:p>
        </p:txBody>
      </p:sp>
      <p:sp>
        <p:nvSpPr>
          <p:cNvPr id="13" name="CuadroTexto 12"/>
          <p:cNvSpPr txBox="1"/>
          <p:nvPr/>
        </p:nvSpPr>
        <p:spPr>
          <a:xfrm>
            <a:off x="2376684" y="2726025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Correo</a:t>
            </a:r>
            <a:endParaRPr lang="en-US" dirty="0"/>
          </a:p>
        </p:txBody>
      </p:sp>
      <p:sp>
        <p:nvSpPr>
          <p:cNvPr id="14" name="CuadroTexto 13"/>
          <p:cNvSpPr txBox="1"/>
          <p:nvPr/>
        </p:nvSpPr>
        <p:spPr>
          <a:xfrm>
            <a:off x="2396243" y="3228493"/>
            <a:ext cx="989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Teléfono</a:t>
            </a:r>
            <a:endParaRPr lang="en-US" dirty="0"/>
          </a:p>
        </p:txBody>
      </p:sp>
      <p:sp>
        <p:nvSpPr>
          <p:cNvPr id="15" name="Flecha derecha 14"/>
          <p:cNvSpPr/>
          <p:nvPr/>
        </p:nvSpPr>
        <p:spPr>
          <a:xfrm>
            <a:off x="3440312" y="3701002"/>
            <a:ext cx="506993" cy="425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adroTexto 15"/>
          <p:cNvSpPr txBox="1"/>
          <p:nvPr/>
        </p:nvSpPr>
        <p:spPr>
          <a:xfrm>
            <a:off x="2396243" y="3729092"/>
            <a:ext cx="605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 smtClean="0"/>
              <a:t>Obs</a:t>
            </a:r>
            <a:r>
              <a:rPr lang="es-ES" dirty="0" smtClean="0"/>
              <a:t>.</a:t>
            </a:r>
            <a:endParaRPr lang="en-US" dirty="0"/>
          </a:p>
        </p:txBody>
      </p:sp>
      <p:sp>
        <p:nvSpPr>
          <p:cNvPr id="17" name="Flecha derecha 16"/>
          <p:cNvSpPr/>
          <p:nvPr/>
        </p:nvSpPr>
        <p:spPr>
          <a:xfrm>
            <a:off x="7722605" y="1281588"/>
            <a:ext cx="506993" cy="425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uadroTexto 17"/>
          <p:cNvSpPr txBox="1"/>
          <p:nvPr/>
        </p:nvSpPr>
        <p:spPr>
          <a:xfrm>
            <a:off x="8231656" y="1277060"/>
            <a:ext cx="1039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 smtClean="0"/>
              <a:t>ClienteID</a:t>
            </a:r>
            <a:endParaRPr lang="en-US" dirty="0"/>
          </a:p>
        </p:txBody>
      </p:sp>
      <p:sp>
        <p:nvSpPr>
          <p:cNvPr id="19" name="Flecha derecha 18"/>
          <p:cNvSpPr/>
          <p:nvPr/>
        </p:nvSpPr>
        <p:spPr>
          <a:xfrm>
            <a:off x="7704738" y="1938374"/>
            <a:ext cx="506993" cy="425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uadroTexto 19"/>
          <p:cNvSpPr txBox="1"/>
          <p:nvPr/>
        </p:nvSpPr>
        <p:spPr>
          <a:xfrm>
            <a:off x="8213789" y="1933846"/>
            <a:ext cx="23733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Estado</a:t>
            </a:r>
            <a:br>
              <a:rPr lang="es-ES" dirty="0" smtClean="0"/>
            </a:br>
            <a:r>
              <a:rPr lang="es-ES" dirty="0" smtClean="0"/>
              <a:t> +1: Proceso Ok.</a:t>
            </a:r>
            <a:br>
              <a:rPr lang="es-ES" dirty="0" smtClean="0"/>
            </a:br>
            <a:r>
              <a:rPr lang="es-ES" dirty="0" smtClean="0"/>
              <a:t>  -1: Error en el proceso</a:t>
            </a:r>
            <a:endParaRPr lang="en-US" dirty="0"/>
          </a:p>
        </p:txBody>
      </p:sp>
      <p:sp>
        <p:nvSpPr>
          <p:cNvPr id="21" name="Flecha derecha 20"/>
          <p:cNvSpPr/>
          <p:nvPr/>
        </p:nvSpPr>
        <p:spPr>
          <a:xfrm>
            <a:off x="7722605" y="2931873"/>
            <a:ext cx="506993" cy="425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uadroTexto 21"/>
          <p:cNvSpPr txBox="1"/>
          <p:nvPr/>
        </p:nvSpPr>
        <p:spPr>
          <a:xfrm>
            <a:off x="8231656" y="2927345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Mensaje</a:t>
            </a:r>
          </a:p>
        </p:txBody>
      </p:sp>
      <p:sp>
        <p:nvSpPr>
          <p:cNvPr id="23" name="CuadroTexto 22"/>
          <p:cNvSpPr txBox="1"/>
          <p:nvPr/>
        </p:nvSpPr>
        <p:spPr>
          <a:xfrm>
            <a:off x="4218915" y="4218914"/>
            <a:ext cx="33769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Restricciones:</a:t>
            </a:r>
          </a:p>
          <a:p>
            <a:r>
              <a:rPr lang="es-ES" dirty="0" smtClean="0"/>
              <a:t>1. Si los pacientes son menores de edad, los padres y el menor deben pasar una entrevista psicológica.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238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118</Words>
  <Application>Microsoft Office PowerPoint</Application>
  <PresentationFormat>Panorámica</PresentationFormat>
  <Paragraphs>52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Gustavo Coronel</dc:creator>
  <cp:lastModifiedBy>LAB B</cp:lastModifiedBy>
  <cp:revision>14</cp:revision>
  <dcterms:created xsi:type="dcterms:W3CDTF">2021-05-20T20:59:17Z</dcterms:created>
  <dcterms:modified xsi:type="dcterms:W3CDTF">2025-10-03T21:43:42Z</dcterms:modified>
</cp:coreProperties>
</file>